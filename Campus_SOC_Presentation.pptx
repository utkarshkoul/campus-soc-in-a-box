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EA5E9"/>
                </a:solidFill>
              </a:defRPr>
            </a:pPr>
            <a:r>
              <a:t>CAMPUS CYBERSECURITY MONITORING</a:t>
            </a:r>
          </a:p>
          <a:p>
            <a:pPr>
              <a:spcAft>
                <a:spcPts val="1200"/>
              </a:spcAft>
              <a:defRPr sz="3600" b="1">
                <a:solidFill>
                  <a:srgbClr val="F8FAFC"/>
                </a:solidFill>
              </a:defRPr>
            </a:pPr>
            <a:r>
              <a:t>Campus SOC-in-a-Box for Small Institutions</a:t>
            </a:r>
          </a:p>
          <a:p>
            <a:pPr>
              <a:spcAft>
                <a:spcPts val="3000"/>
              </a:spcAft>
              <a:defRPr sz="1800">
                <a:solidFill>
                  <a:srgbClr val="94A3B8"/>
                </a:solidFill>
              </a:defRPr>
            </a:pPr>
            <a:r>
              <a:t>A Lightweight, Zero-Licensing Security Operations Center with Explainable AI Alert Triage</a:t>
            </a:r>
          </a:p>
          <a:p>
            <a:pPr>
              <a:defRPr sz="1400" b="1">
                <a:solidFill>
                  <a:srgbClr val="14B8A6"/>
                </a:solidFill>
              </a:defRPr>
            </a:pPr>
            <a:r>
              <a:t>Presenter: Utkarsh Koul  |  Multidisciplinary Course (MDC) Project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CAMPUS SOC-IN-A-BOX | PROJECT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Real Problem: Why Small Colleges Suffer Cyber Attacks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1. The $100k Cost Barrier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Enterprise security platforms (Splunk, CrowdStrike) cost upwards of $100,000/year.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Small colleges, polytechnics, and regional institutions have zero budget for commercial tooling.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Result: Campus servers and student portals run completely unmonitored.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EAB308"/>
                </a:solidFill>
              </a:defRPr>
            </a:pPr>
            <a:r>
              <a:t>2. No 24x7 Security Staff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Cyber attackers don't attack at 2 PM; they strike at 3 AM on weekends when labs are closed.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Colleges cannot afford round-the-clock specialized cybersecurity engineers.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Attacks go completely unnoticed for weeks until ransomware strikes or data is leaked.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3. The 'Alert Flood' Trap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Even if free tools are installed, they generate 10,000+ raw computer logs daily.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Student interns or junior IT staff face massive 'Alert Fatigue'.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They have no automated way to separate trivial false alarms from critical campus data breaches.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CAMPUS SOC-IN-A-BOX | PROJECT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Concept: What is a 'SOC-in-a-Box'?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The Campus Security Analogy (CCTV)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CCTV Cameras everywhere -&gt; In our project, Sysmon &amp; Zeek act as digital cameras monitoring computers and Wi-Fi networks.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Central Control Room -&gt; Wazuh SIEM acts as the central security room displaying all monitors on one single dashboard.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Security Guards on Patrol -&gt; Our Python Triage Engine automatically flags the most dangerous events for human review.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Standard Operating Procedure (SOP) -&gt; Our Incident Triage Runbook tells students exactly what to do when an alarm rings.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4B8A6"/>
                </a:solidFill>
              </a:defRPr>
            </a:pPr>
            <a:r>
              <a:t>Why 'In-a-Box'?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Packaged into a single, compact, virtualized lab that runs on existing commodity college hardware.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Hardware Requirement: Runs completely on 8 to 12 GB RAM laptops or existing college lab desktops.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 Software Licensing Cost: 100% powered by open-source, battle-tested security technologies.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Turnkey Deployment: Can be replicated by any academic department in less than an hour.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CAMPUS SOC-IN-A-BOX | PROJECT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Architecture: Our 3-Machine Virtual 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VM 1: SOC Command Center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Role: Central SIEM &amp; Intelligence Hub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OS: Ubuntu Server (IP: 192.168.101.134)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Wazuh Manager: Evaluates 20 custom detection rules in real-time.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Wazuh Indexer &amp; Dashboard: Stores logs and visualizes threat maps.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Python Novelty Engine: Scores and ranks alerts for human analysts.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4B8A6"/>
                </a:solidFill>
              </a:defRPr>
            </a:pPr>
            <a:r>
              <a:t>VM 2: Campus Linux Server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Role: Simulated Student Portal &amp; Sensor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OS: Ubuntu Server (IP: 192.168.101.135)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Apache Web Server: Simulates student grades &amp; attendance portal.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Zeek Network IDS: Sniffs network packets for stealth port scans and password leaks.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Wazuh Agent: Streams server logs to VM 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EAB308"/>
                </a:solidFill>
              </a:defRPr>
            </a:pPr>
            <a:r>
              <a:t>VM 3: Student Lab Workstation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Role: Monitored Windows Campus Client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OS: Windows 10/11 Endpoint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Microsoft Sysmon: Deep process creation, command line, and memory monitoring.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SwiftOnSecurity Profile: Filters out normal noise to catch true malware.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Wazuh Windows Agent: Encrypted log forwarding on TCP port 1514.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CAMPUS SOC-IN-A-BOX | PROJECT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Technology Stack: Explained in Plain English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1. Wazuh SIEM (The Central Brain)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Free, enterprise-grade Security Information &amp; Event Management engine.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Correlates millions of events across all campus computers and triggers alarms.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4B8A6"/>
                </a:solidFill>
              </a:defRPr>
            </a:pPr>
            <a:r>
              <a:t>2. Microsoft Sysmon (The Windows Bodyguard)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Monitors deep Windows activities: hidden processes, command line scripts, and RAM.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Catches stealthy hacker tools that normal free antiviruses completely miss.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EAB308"/>
                </a:solidFill>
              </a:defRPr>
            </a:pPr>
            <a:r>
              <a:t>3. Zeek IDS (The Network Watchdog)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Passive network traffic inspector that monitors college Wi-Fi &amp; VLAN packets.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Detects port scans, DNS tunneling, and plaintext student passwords over HTTP.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4. Python 3 (The Intelligence Scorer)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Our custom-built Novelty Engine that sits on top of the SIEM.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Calculates college-specific risk scores and generates an explainable daily queue.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CAMPUS SOC-IN-A-BOX | PROJECT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20 Custom Detection Rules: What Can It Catch?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Reconnaissance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Rule 1: Stealth Port Scanning across campus VLAN (Zeek).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Rule 4: Web directory traversal on student portal (trying to view /etc/passwd).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Rule 15: DNS Tunneling and abnormal query spikes.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554480"/>
            <a:ext cx="2468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EAB308"/>
                </a:solidFill>
              </a:defRPr>
            </a:pPr>
            <a:r>
              <a:t>Brute-Force &amp; Creds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Rule 2: SSH password brute-force attack on server.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Rule 3: Repeated Windows RDP failed logins.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Rule 11: CRITICAL Mimikatz / LSASS password dumping from memory.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Rule 20: Plaintext password exposure over HTTP.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554480"/>
            <a:ext cx="2468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4B8A6"/>
                </a:solidFill>
              </a:defRPr>
            </a:pPr>
            <a:r>
              <a:t>Execution &amp; LotL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Rule 5: Obfuscated, hidden base64 PowerShell scripts.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Rule 6: Certutil download abuse (Living-off-the-Land).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Rule 7: Script execution from C:\Users\Public or Temp.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Rule 14: PsExec lateral movement inside the lab.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554480"/>
            <a:ext cx="2468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Persistence &amp; Campus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Rule 8: Unauthorized scheduled task creation.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Rule 9: Adding rogue users to Local Administrators.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Rule 17: Admin login outside lab hours (1 AM - 5 AM).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Rule 18: Unauthorized USB mass storage plugged into lab PC.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Rule 19: CRITICAL Canary Ransomware file encryption.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CAMPUS SOC-IN-A-BOX | PROJECT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Project's Big Novelty: Explainable AI Alert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EAB308"/>
                </a:solidFill>
              </a:defRPr>
            </a:pPr>
            <a:r>
              <a:t>Why Standard SOCs Fail Students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Commercial SOCs use 'black-box' alert scores with zero explanation of why something is dangerous.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Student analysts are presented with 5,000 cryptic alarms and don't know where to begin.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Our Innovation: An automated mathematical formula combining 4 campus factors: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Score = Base Wazuh Level + Asset Value Multiplier + Off-Hours Penalty + MITRE Impact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Every alert is classified into 4 actionable priority tiers: P1 (Critical), P2 (High), P3 (Medium), P4 (Low).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Human-Understandable 'Why' Explanations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Instead of a raw code number, our engine tells the student analyst in plain English: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Example Output in our Daily Queue Dashboard: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'Priority: P1 - CRITICAL | Score: 88/100 | Host: Campus-Portal-Web'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'Reason: Base severity level 10 yields base score of 50.0 | Asset Campus-Portal-Web is high-value campus database (+40% penalty) | Activity occurred during off-hours outside 08:00-18:00 (+18 pts)'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Empowers junior student operators to triage incidents in seconds without guessing.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CAMPUS SOC-IN-A-BOX | PROJECT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Live Attack Simulation: Proving It Works in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Simulated Attack Execution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We created a safe attack simulator script (simulate_attacks.py) to test all defenses live: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Test 1: Obfuscated PowerShell Execution (MITRE T1059.001) using base64 payload to bypass basic filters.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Test 2: Living-off-the-Land Certutil payload download (MITRE T1105).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Test 3: Canary Ransomware Trap (MITRE T1486) simulating malicious encryption on student grade files.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Test 4: SSH password authentication flood against the campus web server.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4B8A6"/>
                </a:solidFill>
              </a:defRPr>
            </a:pPr>
            <a:r>
              <a:t>Real-Time Dashboard Results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Telemetry Ingestion: Successfully collected and processed over 2,279 live security events.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High-Severity Detections: Instantly triggered 3 Level 12+ critical alarms on the dashboard.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Forensic Evidence: Wazuh recorded the exact PID, parent process, command-line arguments, and timestamp.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Triage Queue: Alerts were immediately picked up by our Python engine and ranked by priority.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CAMPUS SOC-IN-A-BOX | PROJECT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Deliverables &amp; Real-World Campus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4B8A6"/>
                </a:solidFill>
              </a:defRPr>
            </a:pPr>
            <a:r>
              <a:t>Tangible Project Deliverables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1. Fully Operational SOC SIEM: Running Wazuh Indexer &amp; Dashboard on VM 1.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2. 20 Mapped Detection Rules: Cataloged in local_rules.xml with MITRE ATT&amp;CK IDs.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3. Python Novelty Engine: campus_triage_engine.py with explainable scoring.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4. Public Web Prototype: Hosted live on GitHub Pages (utkarshkoul.github.io/campus-soc-in-a-box).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5. Incident Triage Runbook: A 4-phase Standard Operating Procedure (SOP) guiding junior analysts from Detection to Containment.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EAB308"/>
                </a:solidFill>
              </a:defRPr>
            </a:pPr>
            <a:r>
              <a:t>Institutional Impact &amp; Feasibility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 Software Cost: Saves institutions $100,000+ in enterprise licensing.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Commodity Hardware: Requires only 8-12 GB RAM on existing college computers.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Student Training Ground: Provides computer science &amp; IT students hands-on, realistic SOC analyst experience.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Extensible: New campus departments, Wi-Fi controllers, and lab subnets can be added in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4B8A6"/>
                </a:solidFill>
              </a:defRPr>
            </a:pPr>
            <a:r>
              <a:t>SUMMARY &amp; NEXT STEPS</a:t>
            </a:r>
          </a:p>
          <a:p>
            <a:pPr>
              <a:spcAft>
                <a:spcPts val="1200"/>
              </a:spcAft>
              <a:defRPr sz="3600" b="1">
                <a:solidFill>
                  <a:srgbClr val="F8FAFC"/>
                </a:solidFill>
              </a:defRPr>
            </a:pPr>
            <a:r>
              <a:t>Campus SOC-in-a-Box: Ready for Deployment</a:t>
            </a:r>
          </a:p>
          <a:p>
            <a:pPr>
              <a:spcAft>
                <a:spcPts val="2500"/>
              </a:spcAft>
              <a:defRPr sz="1500">
                <a:solidFill>
                  <a:srgbClr val="94A3B8"/>
                </a:solidFill>
              </a:defRPr>
            </a:pPr>
            <a:r>
              <a:t>Key Takeaways:</a:t>
            </a:r>
            <a:br/>
            <a:r>
              <a:t>• We successfully proved that small academic colleges can deploy full enterprise-grade SOC monitoring at zero software cost.</a:t>
            </a:r>
            <a:br/>
            <a:r>
              <a:t>• Open-source telemetry (Wazuh + Sysmon + Zeek) gives 100% visibility over campus servers and endpoints.</a:t>
            </a:r>
            <a:br/>
            <a:r>
              <a:t>• Our Explainable AI Alert Scoring eliminates analyst fatigue, making triage effortless for student operators.</a:t>
            </a:r>
            <a:br/>
            <a:br/>
            <a:r>
              <a:t>Live Prototype: https://utkarshkoul.github.io/campus-soc-in-a-box</a:t>
            </a:r>
            <a:br/>
            <a:r>
              <a:t>Source Code: https://github.com/utkarshkoul/campus-soc-in-a-box</a:t>
            </a:r>
          </a:p>
          <a:p>
            <a:pPr>
              <a:defRPr sz="2000" b="1">
                <a:solidFill>
                  <a:srgbClr val="0EA5E9"/>
                </a:solidFill>
              </a:defRPr>
            </a:pPr>
            <a:r>
              <a:t>Thank you! Open for Questions &amp;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